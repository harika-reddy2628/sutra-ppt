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60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60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32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432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432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32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432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432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004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004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04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004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2004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04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04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004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4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004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76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76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576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576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576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576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576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148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148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48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148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1148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148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148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148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148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1148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720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720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5720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720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720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720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20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720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720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292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292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292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292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292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292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292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0292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0292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0292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92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4864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864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4864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4864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4864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864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864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864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864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864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436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36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436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436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9436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36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6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9436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9436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4008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4008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008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008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008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4008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4008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4008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8580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8580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580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580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580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580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8580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580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580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580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3152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3152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3152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3152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3152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3152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3152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3152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3152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3152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3152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772400" y="914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724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724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7724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724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724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7724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724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724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724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7724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2296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2296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2296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2296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296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296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2296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2296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2296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2296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6868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6868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6868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6868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6868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68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6868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6868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6868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6868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44000" y="1371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1440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1440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440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1440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440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1440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1440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1440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144000" y="5486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6012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6012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6012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6012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6012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6012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6012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6012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58400" y="1828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0584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00584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584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0584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0584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584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058400" y="5029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515600" y="2286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515600" y="27432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515600" y="32004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515600" y="36576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515600" y="41148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515600" y="4572000"/>
            <a:ext cx="22860" cy="22860"/>
          </a:xfrm>
          <a:prstGeom prst="ellipse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1520" y="548640"/>
            <a:ext cx="3200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143000" y="5943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888888"/>
                </a:solidFill>
                <a:latin typeface="JetBrains Mono"/>
              </a:rPr>
              <a:t>TEAM OFFGRID  •  DEFENSE &amp; DISASTER ROBOTICS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772400" y="594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888888"/>
                </a:solidFill>
                <a:latin typeface="JetBrains Mono"/>
              </a:rPr>
              <a:t>August 2026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JetBrains Mono"/>
              </a:rPr>
              <a:t>AUTONOMOUS MULTI-UAV SWARM ARCHITECTURE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31520" y="2542032"/>
            <a:ext cx="109728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Plus Jakarta Sans"/>
              </a:rPr>
              <a:t>PROJECT SUTRA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888888"/>
                </a:solidFill>
                <a:latin typeface="Plus Jakarta Sans"/>
              </a:rPr>
              <a:t>Swarm Unified Tactical Reconnaissance Architecture for GPS-Denied and Jammed Mountain Environments.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JetBrains Mono"/>
              </a:rPr>
              <a:t>CORE ARCHITECTURE TEAM (TEAM OFFGRID)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JetBrains Mono"/>
              </a:rPr>
              <a:t>Nikhil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555555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JetBrains Mono"/>
              </a:rPr>
              <a:t>Vedanth Sai Ram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555555"/>
                </a:solidFill>
                <a:latin typeface="JetBrains Mono"/>
              </a:rPr>
              <a:t>Tri-Modal AI &amp; Geolocation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JetBrains Mono"/>
              </a:rPr>
              <a:t>Siva Kesava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555555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JetBrains Mono"/>
              </a:rPr>
              <a:t>Harika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555555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JetBrains Mono"/>
              </a:rPr>
              <a:t>Rohith Kumar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555555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(B&amp;W Minimalism)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