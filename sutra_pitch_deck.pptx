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365760" cy="365760"/>
          </a:xfrm>
          <a:prstGeom prst="roundRect">
            <a:avLst/>
          </a:prstGeom>
          <a:solidFill>
            <a:srgbClr val="18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62179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5A6B63"/>
                </a:solidFill>
                <a:latin typeface="JetBrains Mono"/>
              </a:rPr>
              <a:t>DEFENSE &amp; DISASTER ROBOTICS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9E4D34"/>
                </a:solidFill>
                <a:latin typeface="JetBrains Mono"/>
              </a:rPr>
              <a:t>AUTONOMOUS MULTI-UAV SWARM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1097280" cy="32004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400" b="1">
                <a:solidFill>
                  <a:srgbClr val="183A2B"/>
                </a:solidFill>
                <a:latin typeface="Plus Jakarta Sans"/>
              </a:rPr>
              <a:t>PROJECT SUTRA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>
                <a:solidFill>
                  <a:srgbClr val="5A6B63"/>
                </a:solidFill>
                <a:latin typeface="Plus Jakarta Sans"/>
              </a:rPr>
              <a:t>Swarm Unified Tactical Reconnaissance Architecture for GPS-Denied and Jammed Mountain Environments.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DE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0807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83A2B"/>
                </a:solidFill>
                <a:latin typeface="JetBrains Mono"/>
              </a:rPr>
              <a:t>Nikhil Sai Kilani  •  Lead Architect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0807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>
                <a:solidFill>
                  <a:srgbClr val="183A2B"/>
                </a:solidFill>
                <a:latin typeface="JetBrains Mono"/>
              </a:rPr>
              <a:t>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</dc:title>
  <dc:subject/>
  <dc:creator>Nikhil Sai Kilani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