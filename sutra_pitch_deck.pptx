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f_mountain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864608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Video Stream Severance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07792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ps_canopy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864608"/>
            <a:ext cx="1901952" cy="50292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980944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80944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GNSS Multi-Path Drift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84064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864608"/>
            <a:ext cx="1901952" cy="50292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57216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