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96596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965960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61188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31012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96596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69748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4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5661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 i="0">
                <a:solidFill>
                  <a:srgbClr val="475569"/>
                </a:solidFill>
                <a:latin typeface="Plus Jakarta Sans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4160520"/>
            <a:ext cx="22860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22960" y="4251960"/>
            <a:ext cx="256032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" y="4279392"/>
            <a:ext cx="2560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JetBrains Mono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3000" y="4224528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0% GPS Reliance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4462272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475569"/>
                </a:solidFill>
                <a:latin typeface="Plus Jakarta Sans"/>
              </a:rPr>
              <a:t>VIO + Optical Flow EKF2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0" y="4160520"/>
            <a:ext cx="22860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291840" y="4251960"/>
            <a:ext cx="256032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91840" y="4279392"/>
            <a:ext cx="2560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JetBrains Mono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11880" y="4224528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0.0 dB Cliff Free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11880" y="4462272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475569"/>
                </a:solidFill>
                <a:latin typeface="Plus Jakarta Sans"/>
              </a:rPr>
              <a:t>Deep JSCC Neural Wireless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669280" y="4160520"/>
            <a:ext cx="228600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760720" y="4251960"/>
            <a:ext cx="256032" cy="25603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60720" y="4279392"/>
            <a:ext cx="2560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JetBrains Mono"/>
              </a:rPr>
              <a:t>03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80760" y="4224528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3.59cm Precision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80760" y="4462272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475569"/>
                </a:solidFill>
                <a:latin typeface="Plus Jakarta Sans"/>
              </a:rPr>
              <a:t>DEM Raycast Geolocation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512064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5230368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0" y="5230368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Tech Lead · Subsys A &amp; B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C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E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Plus Jakarta Sans"/>
              </a:rPr>
              <a:t>Lead · Subsystem F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(Web Aura Architecture)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