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Plus Jakarta Sans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00584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lus Jakarta Sans"/>
              </a:rPr>
              <a:t>GPS-DENIED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Plus Jakarta Sans"/>
              </a:rPr>
              <a:t>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43159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Reliance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VIO + Optical Flow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00584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lus Jakarta Sans"/>
              </a:rPr>
              <a:t>ZERO-CLIFF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Plus Jakarta Sans"/>
              </a:rPr>
              <a:t>0.0 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43159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Cliff Free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Deep JSCC Neural Wireless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005840" cy="1828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0058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FFFFFF"/>
                </a:solidFill>
                <a:latin typeface="Plus Jakarta Sans"/>
              </a:rPr>
              <a:t>SUB-DECIMETER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23760" y="43159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Geo-Fix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Plus Jakarta Sans"/>
              </a:rPr>
              <a:t>3D DEM Terrain Raycast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(Web Aura Architecture)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