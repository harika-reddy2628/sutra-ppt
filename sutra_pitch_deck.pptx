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AI VISION &amp; GEO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Slope Precision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Thermal AI + 3D Terrain Raycast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COMMS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Operations Lead · Subsys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AUDIT &amp; OPS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FIELD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DISASTER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Collapses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09344"/>
            <a:ext cx="2395728" cy="8686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04672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Wayanad Canopy Crash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57400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Commercial drones lose position lock, drifting into tree canopies and causing rotor loss.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3911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3911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3911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5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1609344"/>
            <a:ext cx="2395728" cy="86868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3529584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Chamoli Gorge RF Cut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82312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66160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47872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84448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84448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47872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4448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84448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causing total blindness.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4787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4787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4787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76402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6402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6402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90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disaster_rescue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09344"/>
            <a:ext cx="2395728" cy="86868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254496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Sikkim Slope Geo Error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07224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507224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35% FALSE ALARM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Smoke Blindspots &amp; Slope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72784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09360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2D cameras miss survivors in smoke and assume flat terrain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72784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09360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9360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Smoke &amp; mud blind optical cameras; 45° slopes cause 15–30m GPS coordinate errors.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7278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7278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Slope Geo Error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8893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8893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8893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72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THERMAL + 3D DEM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15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single_link_lo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1609344"/>
            <a:ext cx="2395728" cy="86868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8979408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Central Link Abort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32136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32136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15984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97696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034272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34272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997696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34272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Requires 15–25 personnel and 45–90 min setup; sortie aborts if the single pilot link drops.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99769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9769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9769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13848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13848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13848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97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0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RESIDUAL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Thermal &amp; 3D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Smoke Blindspots &amp; 15-30m Slope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Fuses thermal body heat + optical AI with 3D elevation raycasting on Jetson Orin (&lt;15ms), giving rescue teams exact coordinates on steep slopes.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Raycast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SLOPE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