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Space Grotesk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9090B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9090B"/>
                </a:solidFill>
                <a:latin typeface="Space Grotesk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Space Grotesk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Space Grotesk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Space Grotesk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PROBLEM — 4 SUBSYSTEM FAILURE VOIDS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E11D48"/>
                </a:solidFill>
                <a:latin typeface="JetBrains Mono"/>
              </a:rPr>
              <a:t>FIELD DISASTER AUDIT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Traditional Search &amp; Rescue Collapses Across 4 Critical Voids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70% CANOPY CRASHES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15-30m GEO ERROR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2-3 HOURS DELAY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₹40L+ AIRFRAMES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ps_canopy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09344"/>
            <a:ext cx="2395728" cy="86868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04672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Wayanad Canopy Crash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57400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GPS MULTI-PATH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Canopy GPS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2960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9536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Dense foliage blocks satellite GNSS signals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2960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9536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9536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Commercial drones lose position lock, drifting into tree canopies and causing rotor loss.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2960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70% Loss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Canopy Sorties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39112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39112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0 Hold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39112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Non-GPS Stability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PX4 &amp; 3D ORCA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5960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rf_mountain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84" y="1609344"/>
            <a:ext cx="2395728" cy="86868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3529584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66160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Chamoli Gorge RF Cut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6160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82312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82312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DIGITAL CLIFF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66160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Mountain Ravine RF Blackout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47872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84448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84448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Ridgelines sever direct line-of-sight RF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547872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84448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584448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Conventional H.264 digital video completely cuts out below 5dB SNR, causing total blindness.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547872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47872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&lt;5dB SNR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47872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Video Blackout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764024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64024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0 Relay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764024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Single-Drone Link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DEEP JSCC MESH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690872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disaster_rescue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1609344"/>
            <a:ext cx="2395728" cy="86868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6254496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291072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Sikkim Slope Geo Error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1072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507224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507224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35% FALSE ALARM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Flat-Earth Elevation Drift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72784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09360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09360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2D raycasts assume flat zero-elevation ground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272784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09360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09360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Sloping terrains produce 15–30m coordinate errors, routing ground teams to empty ravines.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272784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272784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15–30m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72784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Location Drift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488936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488936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35%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88936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False Alarm Rate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272784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3D DEM RAYCAST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15784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VEDANTH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single_link_los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1609344"/>
            <a:ext cx="2395728" cy="868680"/>
          </a:xfrm>
          <a:prstGeom prst="rect">
            <a:avLst/>
          </a:prstGeom>
        </p:spPr>
      </p:pic>
      <p:sp>
        <p:nvSpPr>
          <p:cNvPr id="127" name="Rectangle 126"/>
          <p:cNvSpPr/>
          <p:nvPr/>
        </p:nvSpPr>
        <p:spPr>
          <a:xfrm>
            <a:off x="8979408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Central Link Abort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32136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32136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15-25 CREW LOAD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015984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Central Pilot Bottleneck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997696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034272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034272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1-pilot-per-drone manual radio control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997696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034272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34272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Requires 15–25 personnel and 45–90 min setup; sortie aborts if the single pilot link drops.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997696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997696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2–3 Hrs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97696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Search Time / mi²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213848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213848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₹12.5L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13848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Cost / Deployment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997696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WEBGPU ATAK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140696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SIVA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FIELD EVIDENCE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Wayanad Landslide Audit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AUDIT FINDING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70% RF/GPS Disconnect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COST PENALTY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₹40L Military Airframes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SURVIVOR RISK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412% Disaster Surge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SOLUTION — 4 CORE SUBSYSTEM MOATS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JetBrains Mono"/>
              </a:rPr>
              <a:t>SWARM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AI Swarm Drones Find Survivors 3-4x Faster Than Traditional SAR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10-18 MIN/MI²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78-85% DETECTION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12% FALSE ALARMS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₹95,000 SORTIE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57400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50Hz OFFBOARD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SUTRA-FSD GNC &amp; 3D ORCA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Canopy GPS Multi-Path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Decentralized 3D velocity obstacle collision avoidance + PX4 MicroXRCE 50Hz offboard setpoint streaming.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0.05s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Latency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48256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48256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Tower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Reliance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DECENTRALIZED VIO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659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50Hz RATE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66160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82312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-5dB RESILIENT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Deep JSCC Neural Video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21024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21024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Mountain Ravine RF Ridge Blackout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66160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21024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21024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Differentiable joint source-channel coding yielding zero digital cliff and graceful video degradation down to -5dB.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6616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6616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-5dB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6616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SNR Thresh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7316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7316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Cliff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7316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Degradation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SEMANTIC COMMS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EDGE TPU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91072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507224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07224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3.59cm ACCURACY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91072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3D DEM AI Geolocation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91072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45936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35% False Alarms &amp; Flat GPS Drift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291072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45936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5936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Jetson Orin YOLOv8-Pose with real-time WGS84 elevation raycasting, eliminating 15-30m calculation errors.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29107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&lt;15ms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Inference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49808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3.59cm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9808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Geo Error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910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ELEVATION CORRECTED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157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JETSON ORIN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15984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232136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32136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1-2 OPERATORS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15984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Pegasus 3D WebGPU GCS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015984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70848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70848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15-25 Ground Crew Cognitive Overload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015984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Offline tactical 3D digital twin + ATAK plugin, empowering 1-2 operators to orchestrate full drone swarms.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015984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1-2 Ops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Crew Size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2299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2299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100%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2299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Offline ATAK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159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ATAK INTEGRATION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0696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WEBGPU 3D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TAM PROJECTION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₹74,500 Cr Market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DEMAND DELTA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+412% Surge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REGULATORY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37 Nations Mandate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NDMA / SDRF GRANTS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₹1,500 Cr Allocation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