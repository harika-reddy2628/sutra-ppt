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Plus Jakarta Sans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00000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00000"/>
                </a:solidFill>
                <a:latin typeface="Plus Jakarta Sans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Plus Jakarta Sans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Plus Jakarta Sans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Plus Jakarta Sans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Plus Jakarta Sans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NDMA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94360"/>
            <a:ext cx="73152" cy="27432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61264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A1628"/>
                </a:solidFill>
                <a:latin typeface="JetBrains Mono"/>
              </a:rPr>
              <a:t>THE PROBLEM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66928"/>
            <a:ext cx="246888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0" y="612648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475569"/>
                </a:solidFill>
                <a:latin typeface="JetBrains Mono"/>
              </a:rPr>
              <a:t>RESCUE DRONE FAILURE MODES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1371600"/>
            <a:ext cx="64008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>
                <a:solidFill>
                  <a:srgbClr val="000000"/>
                </a:solidFill>
                <a:latin typeface="Plus Jakarta Sans"/>
              </a:rPr>
              <a:t>GPS Loss and Radio Blackouts Cripple Disaster Rescue</a:t>
            </a:r>
          </a:p>
        </p:txBody>
      </p:sp>
      <p:sp>
        <p:nvSpPr>
          <p:cNvPr id="47" name="Oval 46"/>
          <p:cNvSpPr/>
          <p:nvPr/>
        </p:nvSpPr>
        <p:spPr>
          <a:xfrm>
            <a:off x="749808" y="2816352"/>
            <a:ext cx="91440" cy="914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" y="2743200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Inter"/>
              </a:rPr>
              <a:t>Mountain valleys cut drone video feeds</a:t>
            </a:r>
          </a:p>
        </p:txBody>
      </p:sp>
      <p:sp>
        <p:nvSpPr>
          <p:cNvPr id="49" name="Oval 48"/>
          <p:cNvSpPr/>
          <p:nvPr/>
        </p:nvSpPr>
        <p:spPr>
          <a:xfrm>
            <a:off x="749808" y="3364992"/>
            <a:ext cx="91440" cy="914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" y="3291840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Inter"/>
              </a:rPr>
              <a:t>Dense trees block satellite GPS signals</a:t>
            </a:r>
          </a:p>
        </p:txBody>
      </p:sp>
      <p:sp>
        <p:nvSpPr>
          <p:cNvPr id="51" name="Oval 50"/>
          <p:cNvSpPr/>
          <p:nvPr/>
        </p:nvSpPr>
        <p:spPr>
          <a:xfrm>
            <a:off x="749808" y="3913632"/>
            <a:ext cx="91440" cy="914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0120" y="3840480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Inter"/>
              </a:rPr>
              <a:t>Single control towers cause mission failure</a:t>
            </a:r>
          </a:p>
        </p:txBody>
      </p:sp>
      <p:sp>
        <p:nvSpPr>
          <p:cNvPr id="53" name="Oval 52"/>
          <p:cNvSpPr/>
          <p:nvPr/>
        </p:nvSpPr>
        <p:spPr>
          <a:xfrm>
            <a:off x="749808" y="4462272"/>
            <a:ext cx="91440" cy="914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0120" y="4389120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Inter"/>
              </a:rPr>
              <a:t>Manual searching delays finding trapped victims</a:t>
            </a:r>
          </a:p>
        </p:txBody>
      </p:sp>
      <p:sp>
        <p:nvSpPr>
          <p:cNvPr id="55" name="Oval 54"/>
          <p:cNvSpPr/>
          <p:nvPr/>
        </p:nvSpPr>
        <p:spPr>
          <a:xfrm>
            <a:off x="749808" y="5010912"/>
            <a:ext cx="91440" cy="9144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0120" y="4937760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Inter"/>
              </a:rPr>
              <a:t>Military drones cost over $50,000 each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98079" y="1371600"/>
            <a:ext cx="3931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94A3B8"/>
                </a:solidFill>
                <a:latin typeface="JetBrains Mono"/>
              </a:rPr>
              <a:t>OFFICIAL EVIDENCE &amp; AUDITS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75520" y="1371600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64748B"/>
                </a:solidFill>
                <a:latin typeface="JetBrains Mono"/>
              </a:rPr>
              <a:t>SOURCE 01 / 03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498079" y="1691640"/>
            <a:ext cx="3931920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0789920" y="1536192"/>
            <a:ext cx="228600" cy="50292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726679" y="1920240"/>
            <a:ext cx="1645920" cy="219456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26679" y="1938528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JetBrains Mono"/>
              </a:rPr>
              <a:t>GOVT DISASTER AUDIT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1938528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NDMA REPORT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26679" y="224028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Plus Jakarta Sans"/>
              </a:rPr>
              <a:t>70% of single drones failed in mountain rescue operations.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726679" y="2834640"/>
            <a:ext cx="34747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63840" y="292608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374151"/>
                </a:solidFill>
                <a:latin typeface="Inter"/>
              </a:rPr>
              <a:t>“In the Kedarnath and Wayanad rescue missions, single commercial drones lost connection behind ridges and crashed under thick tree canopy.”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26679" y="43891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JetBrains Mono"/>
              </a:rPr>
              <a:t>Ref: NDMA Field Review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38360" y="43891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047857"/>
                </a:solidFill>
                <a:latin typeface="JetBrains Mono"/>
              </a:rPr>
              <a:t>✓ VERIFIED RECORD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98079" y="5303520"/>
            <a:ext cx="548640" cy="7315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8138160" y="530352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321040" y="530352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44000" y="5230368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AUTO-ADVANCING 3.5S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0" y="608076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