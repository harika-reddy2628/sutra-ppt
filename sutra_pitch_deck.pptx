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219456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2194560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41148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53912" y="38130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224028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306324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411480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Plus Jakarta Sans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5120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5230368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5230368"/>
            <a:ext cx="41449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232/232 VERIFIED ZERO-MOCK TESTS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Tech Lead · Subsys A &amp; 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C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D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F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(Web Aura Architecture)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