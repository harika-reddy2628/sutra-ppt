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PROBLEM — 4 SUBSYSTEM FAILURE VOIDS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E11D48"/>
                </a:solidFill>
                <a:latin typeface="JetBrains Mono"/>
              </a:rPr>
              <a:t>FIELD BOTTLENECKS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Traditional Search &amp; Rescue Fails Across 4 Critical Voids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70% CANOPY CRASHES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15-30m GEO ERROR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2-3 HOURS DELAY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₹40L+ AIRFRAMES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E11D48"/>
                </a:solidFill>
                <a:latin typeface="JetBrains Mono"/>
              </a:rPr>
              <a:t>GPS MULTI-PATH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Canopy GPS Drift &amp; Crashes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Dense foliage blocks satellite GNSS signals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Commercial flight controllers lose position lock, drifting into tree canopies and causing catastrophic rotor loss.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E11D48"/>
                </a:solidFill>
                <a:latin typeface="JetBrains Mono"/>
              </a:rPr>
              <a:t>70% Loss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Canopy Sorties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 Hold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Non-GPS Stability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TARGET: PX4 &amp; 3D ORCA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E11D48"/>
                </a:solidFill>
                <a:latin typeface="JetBrains Mono"/>
              </a:rPr>
              <a:t>DIGITAL CLIFF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Mountain Ravine RF Blackout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Ridgelines sever direct line-of-sight RF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Conventional H.264 digital video completely cuts out below 5dB SNR, plunging base operators into total blindness.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E11D48"/>
                </a:solidFill>
                <a:latin typeface="JetBrains Mono"/>
              </a:rPr>
              <a:t>&lt;5dB SNR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Video Blackout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 Relay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Single-Drone Link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TARGET: DEEP JSCC MESH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E11D48"/>
                </a:solidFill>
                <a:latin typeface="JetBrains Mono"/>
              </a:rPr>
              <a:t>35% FALSE ALARMS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Flat-Earth Elevation Drift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2D raycasts assume flat zero-elevation ground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Sloping terrains produce 15–30m calculated coordinate errors, routing emergency ground teams to empty ravines.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E11D48"/>
                </a:solidFill>
                <a:latin typeface="JetBrains Mono"/>
              </a:rPr>
              <a:t>15–30m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Location Drift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35%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False Alarm Rate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TARGET: 3D DEM RAYCAST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E11D48"/>
                </a:solidFill>
                <a:latin typeface="JetBrains Mono"/>
              </a:rPr>
              <a:t>LEAD: VEDANTH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E11D48"/>
                </a:solidFill>
                <a:latin typeface="JetBrains Mono"/>
              </a:rPr>
              <a:t>15-25 CREW LOAD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Central Pilot Bottleneck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1-pilot-per-drone manual radio control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Requires 15–25 field personnel and 45–90 min setup; sortie collapses immediately if the single pilot link drops.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E11D48"/>
                </a:solidFill>
                <a:latin typeface="JetBrains Mono"/>
              </a:rPr>
              <a:t>2–3 Hrs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Search Time / mi²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₹12.5L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Cost / Deployment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TARGET: WEBGPU ATAK GCS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E11D48"/>
                </a:solidFill>
                <a:latin typeface="JetBrains Mono"/>
              </a:rPr>
              <a:t>LEAD: SIVA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FIELD EVIDENCE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Wayanad Landslide Audit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AUDIT FINDING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70% RF/GPS Disconnect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COST PENALTY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₹40L Military Airframes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SURVIVOR RISK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412% Disaster Surge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ALARMS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₹95,000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ACCURACY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3D DEM AI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35% False Alarms &amp; Flat GPS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Jetson Orin YOLOv8-Pose with real-time WGS84 elevation raycasting, eliminating 15-30m calculation errors.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Geo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ELEVATION CORRECTED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₹74,500 Cr Market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NDMA / SDRF GRANTS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₹1,500 Cr Allocation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