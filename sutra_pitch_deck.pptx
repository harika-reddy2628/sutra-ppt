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64008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583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146304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i="0">
                <a:solidFill>
                  <a:srgbClr val="000000"/>
                </a:solidFill>
                <a:latin typeface="Plus Jakarta Sans"/>
              </a:rPr>
              <a:t>GPS Denial and RF Blackouts Paralyze Disaster Reconnaissance</a:t>
            </a:r>
          </a:p>
        </p:txBody>
      </p:sp>
      <p:sp>
        <p:nvSpPr>
          <p:cNvPr id="45" name="Oval 44"/>
          <p:cNvSpPr/>
          <p:nvPr/>
        </p:nvSpPr>
        <p:spPr>
          <a:xfrm>
            <a:off x="749808" y="3081528"/>
            <a:ext cx="109728" cy="10972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301752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Inter"/>
              </a:rPr>
              <a:t>Mountain valleys cause sudden video blackouts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3584448"/>
            <a:ext cx="109728" cy="10972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352044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Inter"/>
              </a:rPr>
              <a:t>Dense canopies block satellite GPS signals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4087368"/>
            <a:ext cx="109728" cy="10972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402336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Inter"/>
              </a:rPr>
              <a:t>Centralized telemetry risks single-point failure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4590288"/>
            <a:ext cx="109728" cy="10972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40" y="452628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Inter"/>
              </a:rPr>
              <a:t>Manual scanning delays survivor emergency rescue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5093208"/>
            <a:ext cx="109728" cy="10972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02920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Inter"/>
              </a:rPr>
              <a:t>Enterprise drones cost over $50,000 each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