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282549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" y="27706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26440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320954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37033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" y="36484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08736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Video Stream Drop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7792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17520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17520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GNSS Multi-Path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84064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93792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93792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wayanad_resc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lus Jakarta Sans"/>
              </a:rPr>
              <a:t>Wayanad Landslide 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