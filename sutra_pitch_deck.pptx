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94360"/>
            <a:ext cx="73152" cy="2743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126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66928"/>
            <a:ext cx="246888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61264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475569"/>
                </a:solidFill>
                <a:latin typeface="JetBrains Mono"/>
              </a:rPr>
              <a:t>RESCUE DRONE FAILURE MODES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123444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7" name="Oval 46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49" name="Oval 48"/>
          <p:cNvSpPr/>
          <p:nvPr/>
        </p:nvSpPr>
        <p:spPr>
          <a:xfrm>
            <a:off x="749808" y="282549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" y="277063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1" name="Oval 50"/>
          <p:cNvSpPr/>
          <p:nvPr/>
        </p:nvSpPr>
        <p:spPr>
          <a:xfrm>
            <a:off x="749808" y="326440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" y="320954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3" name="Oval 52"/>
          <p:cNvSpPr/>
          <p:nvPr/>
        </p:nvSpPr>
        <p:spPr>
          <a:xfrm>
            <a:off x="749808" y="37033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2688" y="36484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5" name="Oval 54"/>
          <p:cNvSpPr/>
          <p:nvPr/>
        </p:nvSpPr>
        <p:spPr>
          <a:xfrm>
            <a:off x="749808" y="414223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" y="408736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61772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TACTICAL FAILURE SCHEMATICS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RF Ridge Shadow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Video Stream Drop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7792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17520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Canopy Shadow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17520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GNSS Multi-Path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84064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93792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Central Link Loss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93792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Single Point Abort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79" y="12344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OFFICIAL EVIDENCE &amp; DISASTER CLIPPINGS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680960" y="1828800"/>
            <a:ext cx="3566160" cy="3108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589520" y="1719072"/>
            <a:ext cx="3749039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79" y="1600200"/>
            <a:ext cx="393192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789920" y="1444752"/>
            <a:ext cx="228600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26679" y="1783080"/>
            <a:ext cx="1645920" cy="219456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26679" y="180136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09760" y="180136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NDMA REPORT</a:t>
            </a:r>
          </a:p>
        </p:txBody>
      </p:sp>
      <p:pic>
        <p:nvPicPr>
          <p:cNvPr id="76" name="Picture 75" descr="wayanad_resc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103120"/>
            <a:ext cx="1188720" cy="7772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9006840" y="2103120"/>
            <a:ext cx="21945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70% of single drones failed in mountain rescue operations.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26679" y="2971800"/>
            <a:ext cx="347472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63840" y="3035808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Inter"/>
              </a:rPr>
              <a:t>“In the Kedarnath and Wayanad rescue missions, single commercial drones lost connection behind ridges and crashed under thick tree canopy.”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26679" y="42976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JetBrains Mono"/>
              </a:rPr>
              <a:t>Ref: National Disaster Management Authority (NDMA)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98079" y="512064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138160" y="512064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321040" y="512064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44000" y="5047488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