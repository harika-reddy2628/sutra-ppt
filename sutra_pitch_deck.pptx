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Plus Jakarta Sans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Plus Jakarta Sans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Plus Jakarta Sans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Plus Jakarta Sans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(Web Aura Architecture)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