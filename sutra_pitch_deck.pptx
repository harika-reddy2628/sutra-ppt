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282549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" y="27706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26440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320954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37033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" y="36484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08736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Video Stream Drop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7792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17520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17520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GNSS Multi-Path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84064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93792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93792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12344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OFFICIAL EVIDENCE &amp; AUDITS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680960" y="1828800"/>
            <a:ext cx="3566160" cy="3108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589520" y="1719072"/>
            <a:ext cx="3749039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1600200"/>
            <a:ext cx="393192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789920" y="1444752"/>
            <a:ext cx="228600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26679" y="1828800"/>
            <a:ext cx="1645920" cy="219456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26679" y="184708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60" y="184708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NDMA REPORT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26679" y="214884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Plus Jakarta Sans"/>
              </a:rPr>
              <a:t>70% of single drones failed in mountain rescue operations.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726679" y="2743200"/>
            <a:ext cx="347472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0" y="2834640"/>
            <a:ext cx="3200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374151"/>
                </a:solidFill>
                <a:latin typeface="Inter"/>
              </a:rPr>
              <a:t>“In the Kedarnath and Wayanad rescue missions, single commercial drones lost connection behind ridges and crashed under thick tree canopy.”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79" y="42062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JetBrains Mono"/>
              </a:rPr>
              <a:t>Ref: NDMA Field Review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38360" y="42062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047857"/>
                </a:solidFill>
                <a:latin typeface="JetBrains Mono"/>
              </a:rPr>
              <a:t>✓ VERIFIED RECORD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98079" y="512064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138160" y="512064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321040" y="512064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4000" y="5047488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SMOOTH PARALLAX 3.5S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