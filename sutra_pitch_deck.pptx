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9436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126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66928"/>
            <a:ext cx="246888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6126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475569"/>
                </a:solidFill>
                <a:latin typeface="JetBrains Mono"/>
              </a:rPr>
              <a:t>CRITICAL MISSION BOTTLENECKS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1371600"/>
            <a:ext cx="64008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  <a:latin typeface="Plus Jakarta Sans"/>
              </a:rPr>
              <a:t>GPS Denial and RF Blackouts Paralyze Disaster Reconnaissance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281635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274320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 i="0">
                <a:solidFill>
                  <a:srgbClr val="374151"/>
                </a:solidFill>
                <a:latin typeface="Inter"/>
              </a:rPr>
              <a:t>Mountain valleys cause sudden video blackouts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336499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329184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 i="0">
                <a:solidFill>
                  <a:srgbClr val="374151"/>
                </a:solidFill>
                <a:latin typeface="Inter"/>
              </a:rPr>
              <a:t>Dense canopies block satellite GPS signals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391363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" y="384048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 i="0">
                <a:solidFill>
                  <a:srgbClr val="374151"/>
                </a:solidFill>
                <a:latin typeface="Inter"/>
              </a:rPr>
              <a:t>Centralized telemetry risks single-point failure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446227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0120" y="438912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 i="0">
                <a:solidFill>
                  <a:srgbClr val="374151"/>
                </a:solidFill>
                <a:latin typeface="Inter"/>
              </a:rPr>
              <a:t>Manual scanning delays survivor emergency rescue</a:t>
            </a:r>
          </a:p>
        </p:txBody>
      </p:sp>
      <p:sp>
        <p:nvSpPr>
          <p:cNvPr id="55" name="Oval 54"/>
          <p:cNvSpPr/>
          <p:nvPr/>
        </p:nvSpPr>
        <p:spPr>
          <a:xfrm>
            <a:off x="749808" y="501091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3776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 i="0">
                <a:solidFill>
                  <a:srgbClr val="374151"/>
                </a:solidFill>
                <a:latin typeface="Inter"/>
              </a:rPr>
              <a:t>Enterprise drones cost over $50,000 each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79" y="137160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OFFICIAL RESEARCH &amp; AUDIT SOURCES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8079" y="1691640"/>
            <a:ext cx="3931920" cy="11704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635240" y="1783080"/>
            <a:ext cx="128016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179222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JetBrains Mono"/>
              </a:rPr>
              <a:t>NDMA FIELD AUDIT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0" y="1792224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JetBrains Mono"/>
              </a:rPr>
              <a:t>DISASTER REPORT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0116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Wayanad &amp; Kedarnath Disaster Review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2258568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Inter"/>
              </a:rPr>
              <a:t>Over 70% of single commercial UAV flights stalled due to mountain multipath and deep valley RF link loss.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79" y="3026664"/>
            <a:ext cx="3931920" cy="11704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635240" y="3118104"/>
            <a:ext cx="128016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35240" y="3127248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JetBrains Mono"/>
              </a:rPr>
              <a:t>IEEE RESEARCH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0" y="3127248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JetBrains Mono"/>
              </a:rPr>
              <a:t>DOI: 10.1109/TCCN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35240" y="33467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IEEE Trans. on Cognitive Comms (Bourtsoulatze)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35240" y="3593592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Inter"/>
              </a:rPr>
              <a:t>Proves conventional H.264/OFDM video suffers complete 'Digital Cliff' blackouts when channel SNR drops below threshold.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98079" y="4361688"/>
            <a:ext cx="3931920" cy="11704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35240" y="4453128"/>
            <a:ext cx="128016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35240" y="446227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JetBrains Mono"/>
              </a:rPr>
              <a:t>GOVT RTI AUDIT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0" y="446227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JetBrains Mono"/>
              </a:rPr>
              <a:t>PROCUREMENT DATA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35240" y="46817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CAG Defense &amp; Security UAV Records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928616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Inter"/>
              </a:rPr>
              <a:t>Enterprise reconnaissance drones cost $50,000–$250,000 each with single-GCS dependencies preventing multi-sq-km scaling.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